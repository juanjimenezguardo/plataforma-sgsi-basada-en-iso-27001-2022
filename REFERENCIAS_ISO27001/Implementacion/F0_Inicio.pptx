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2.xml"/><Relationship Id="rId5" Type="http://schemas.openxmlformats.org/officeDocument/2006/relationships/theme" Target="theme/theme1.xml"/><Relationship Id="rId10" Type="http://schemas.openxmlformats.org/officeDocument/2006/relationships/customXml" Target="../customXml/item1.xml"/><Relationship Id="rId4" Type="http://schemas.openxmlformats.org/officeDocument/2006/relationships/viewProps" Target="viewProp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F0 – Inicio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Implementación SGSI ISO/IEC 27001:2022 • VIT • 2025-10-13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y 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Charter y RACI</a:t>
            </a:r>
          </a:p>
          <a:p>
            <a:pPr/>
            <a:r>
              <a:t>Plan 150 días</a:t>
            </a:r>
          </a:p>
          <a:p>
            <a:pPr/>
            <a:r>
              <a:t>Canales y control documental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Decisiones de dirección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Aprobar Charter/RACI</a:t>
            </a:r>
          </a:p>
          <a:p>
            <a:pPr/>
            <a:r>
              <a:t>Asignar recursos</a:t>
            </a:r>
          </a:p>
          <a:p>
            <a:pPr/>
            <a:r>
              <a:t>Aprobar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E2C7D93F918E46911B4269CF02CEB6" ma:contentTypeVersion="3" ma:contentTypeDescription="Crear nuevo documento." ma:contentTypeScope="" ma:versionID="bcad803669ef37d11a7a467b8ee6a9e6">
  <xsd:schema xmlns:xsd="http://www.w3.org/2001/XMLSchema" xmlns:xs="http://www.w3.org/2001/XMLSchema" xmlns:p="http://schemas.microsoft.com/office/2006/metadata/properties" xmlns:ns2="32c229cb-ced6-45fc-bc50-0581540db9c7" targetNamespace="http://schemas.microsoft.com/office/2006/metadata/properties" ma:root="true" ma:fieldsID="b9905b907662d7b8fc1087e48d9c7ada" ns2:_="">
    <xsd:import namespace="32c229cb-ced6-45fc-bc50-0581540db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229cb-ced6-45fc-bc50-0581540db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A8EE8D-286D-4A15-B4A2-8B2347337DD5}"/>
</file>

<file path=customXml/itemProps2.xml><?xml version="1.0" encoding="utf-8"?>
<ds:datastoreItem xmlns:ds="http://schemas.openxmlformats.org/officeDocument/2006/customXml" ds:itemID="{90CBF4DF-7232-43EF-BEF2-436F9E864CDD}"/>
</file>

<file path=customXml/itemProps3.xml><?xml version="1.0" encoding="utf-8"?>
<ds:datastoreItem xmlns:ds="http://schemas.openxmlformats.org/officeDocument/2006/customXml" ds:itemID="{45BCDA15-2D4E-4E38-A361-07B247FEDFE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0x01010068E2C7D93F918E46911B4269CF02CEB6</vt:lpwstr>
  </property>
  <property fmtid="{D5CDD505-2E9C-101B-9397-08002B2CF9AE}" pid="3" name="Order">
    <vt:r8>6600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