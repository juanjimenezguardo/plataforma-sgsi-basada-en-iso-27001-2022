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F3 – Implementación y Operación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Políticas y procedimientos</a:t>
            </a:r>
          </a:p>
          <a:p>
            <a:pPr/>
            <a:r>
              <a:t>Capacitación</a:t>
            </a:r>
          </a:p>
          <a:p>
            <a:pPr/>
            <a:r>
              <a:t>Evidencias de operación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Aprobar políticas</a:t>
            </a:r>
          </a:p>
          <a:p>
            <a:pPr/>
            <a:r>
              <a:t>Presupuesto tecnologías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2E8901-2844-4728-B23D-E5335C4F2C12}"/>
</file>

<file path=customXml/itemProps2.xml><?xml version="1.0" encoding="utf-8"?>
<ds:datastoreItem xmlns:ds="http://schemas.openxmlformats.org/officeDocument/2006/customXml" ds:itemID="{B06B16CA-1B76-4B28-814C-AEFFC77A929B}"/>
</file>

<file path=customXml/itemProps3.xml><?xml version="1.0" encoding="utf-8"?>
<ds:datastoreItem xmlns:ds="http://schemas.openxmlformats.org/officeDocument/2006/customXml" ds:itemID="{17F081DC-7010-4259-A576-E7B27C728B2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6100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